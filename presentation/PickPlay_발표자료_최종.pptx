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실시간 멀티플레이 파티 게임 플랫폼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127729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PickPlay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링크 하나로 즐기는 웹 파티 게임 서비스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40280" y="3931920"/>
            <a:ext cx="2377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3931920"/>
            <a:ext cx="237744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41330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무설치 웹 게임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44439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접속 즉시 플레이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3931920"/>
            <a:ext cx="2377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3931920"/>
            <a:ext cx="23774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41330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소켓 통신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4439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Socket.IO 실시간 동기화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3931920"/>
            <a:ext cx="2377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393192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41330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제시어 파이프라인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26680" y="44439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기반 무한 테마 생성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580644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202251002 권다원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로그인 없이, 링크 하나로 친구들과 바로 즐기는 웹 파티 게임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120640" cy="6400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4028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"설치와 로그인 없이,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하나로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친구들과 바로 한 판."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프로그램 설치나 복잡한 가입 절차 없이, 웹 브라우저 접속만으로 친구들과 즉시 모여 즐기는 실시간 멀티플레이 웹 파티 게임 서비스입니다.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74520"/>
            <a:ext cx="73152" cy="135331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208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누구나 5초 만에 즉시 접속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36829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회원가입 없이 닉네임만 입력하면 데스크톱 브라우저에서 즉시 시작합니다.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355848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355848"/>
            <a:ext cx="73152" cy="13533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URL 링크 하나로 간편 초대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84962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방 번호 입력 없이 주소 복사 한 번으로 친구들을 같은 방으로 모읍니다.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837176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837176"/>
            <a:ext cx="73152" cy="13533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3가지 게임 연속 플레이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533095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게임이 끝날 때마다 방을 새로 파지 않고 대기실에서 빙고, 라이어, 폭탄을 즉시 이어 즐깁니다.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마스코트 소개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마스코트 &amp; 아바타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없는 웹 환경에서 참가자를 구분짓는 대표 캐릭터와 8색 시스템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120640" cy="64008"/>
          </a:xfrm>
          <a:prstGeom prst="rect">
            <a:avLst/>
          </a:prstGeom>
          <a:solidFill>
            <a:srgbClr val="FF6B4A"/>
          </a:solidFill>
          <a:ln/>
        </p:spPr>
      </p:sp>
      <p:pic>
        <p:nvPicPr>
          <p:cNvPr id="8" name="Image 0" descr="E:/My_Code/PickPlay/Screenshot/21Week/P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03120"/>
            <a:ext cx="36576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623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마스코트 캐릭터 (Pick)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874520"/>
            <a:ext cx="73152" cy="135331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0208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친근한 대표 마스코트 캐릭터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29400" y="236829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PickPlay의 유쾌한 정체성을 담아 제작된 서비스 고유의 오리지널 캐릭터입니다.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3355848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355848"/>
            <a:ext cx="73152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8인 고유 컬러 팔레트 시스템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29400" y="384962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사진이 없는 웹 환경에서 참가자 혼선을 방지하는 8색 고유 배정 시스템입니다.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29400" y="4434840"/>
            <a:ext cx="182880" cy="182880"/>
          </a:xfrm>
          <a:prstGeom prst="ellipse">
            <a:avLst/>
          </a:prstGeom>
          <a:solidFill>
            <a:srgbClr val="FC944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4434840"/>
            <a:ext cx="182880" cy="182880"/>
          </a:xfrm>
          <a:prstGeom prst="ellipse">
            <a:avLst/>
          </a:prstGeom>
          <a:solidFill>
            <a:srgbClr val="55B4E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78040" y="4434840"/>
            <a:ext cx="182880" cy="182880"/>
          </a:xfrm>
          <a:prstGeom prst="ellipse">
            <a:avLst/>
          </a:prstGeom>
          <a:solidFill>
            <a:srgbClr val="50C9A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52360" y="4434840"/>
            <a:ext cx="182880" cy="182880"/>
          </a:xfrm>
          <a:prstGeom prst="ellipse">
            <a:avLst/>
          </a:prstGeom>
          <a:solidFill>
            <a:srgbClr val="A78B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26680" y="4434840"/>
            <a:ext cx="182880" cy="182880"/>
          </a:xfrm>
          <a:prstGeom prst="ellipse">
            <a:avLst/>
          </a:prstGeom>
          <a:solidFill>
            <a:srgbClr val="F472B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0" y="4434840"/>
            <a:ext cx="182880" cy="182880"/>
          </a:xfrm>
          <a:prstGeom prst="ellipse">
            <a:avLst/>
          </a:prstGeom>
          <a:solidFill>
            <a:srgbClr val="F8717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75320" y="4434840"/>
            <a:ext cx="182880" cy="182880"/>
          </a:xfrm>
          <a:prstGeom prst="ellipse">
            <a:avLst/>
          </a:prstGeom>
          <a:solidFill>
            <a:srgbClr val="FBBF2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49640" y="4434840"/>
            <a:ext cx="182880" cy="182880"/>
          </a:xfrm>
          <a:prstGeom prst="ellipse">
            <a:avLst/>
          </a:prstGeom>
          <a:solidFill>
            <a:srgbClr val="4ADE8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06840" y="4416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8인 중복 방지 고유 컬러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09360" y="4837176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0" y="4837176"/>
            <a:ext cx="73152" cy="13533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인게임 전반의 인터랙션 일체화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629400" y="53309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대기실 좌석부터 인게임 턴 표시, 최종 결과창 세리머니까지 일관되게 연동됩니다.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게임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AI가 생성한 단어로 채우는 실시간 5×5 턴제 빙고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120640" cy="64008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8" name="Image 0" descr="E:/My_Code/PickPlay/Screenshot/22Week/BingoGameGif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4663440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5349240"/>
            <a:ext cx="4663440" cy="438912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53492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5×5 단어 선택 및 실시간 빙고 줄 완성 플레이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874520"/>
            <a:ext cx="73152" cy="123444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3" name="Image 1" descr="E:/My_Code/PickPlay/public/images/PickBin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29968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게임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43800" y="23591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AI가 생성한 테마 단어로 채우는 실시간 5×5 턴제 빙고 게임입니다.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32461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246120"/>
            <a:ext cx="73152" cy="14173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AI 실시간 단어 생성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29400" y="376732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숫자나 단어가 아닌, 유저가 입력한 어떤 주제든 AI가 25개 연관 단어를 즉시 생성해 나만의 빙고판을 완성합니다.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309360" y="480060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800600"/>
            <a:ext cx="73152" cy="1417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판세를 뒤흔드는 4종 전략 아이템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29400" y="53218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전체 셔플, 단어 잠금, 연속 호명, 상대 턴 스킵 등 전세를 뒤집는 4종의 전략 스킬 카드를 획득하고 발동합니다. (클래식 모드 전환 가능)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 게임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제시어를 모르는 라이어를 찾아내는 실시간 심리 추리 게임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120640" cy="640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E:/My_Code/PickPlay/Screenshot/22Week/LiarGameGif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4663440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5349240"/>
            <a:ext cx="4663440" cy="438912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53492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 검거 후 최후의 정답 맞히기 플레이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874520"/>
            <a:ext cx="73152" cy="12344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E:/My_Code/PickPlay/public/images/PickLia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29968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 게임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43800" y="23591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힌트 발언과 투표를 통해 진짜 제시어를 모르는 라이어를 골라내는 심리 추리 게임입니다.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32461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246120"/>
            <a:ext cx="73152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2가지 모드: 클래식 &amp; 라이어 워드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29400" y="376732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제시어를 아예 모르는 '클래식 모드'와, 유사하지만 미세하게 다른 단어를 받아 본인도 모른 채 대화하는 고도의 심리전 '라이어 워드 모드'를 지원합니다.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309360" y="480060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800600"/>
            <a:ext cx="73152" cy="14173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최후의 역전 정답 추리 시스템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29400" y="53218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라이어가 지목되어 검거되더라도, 최후 변론에서 시민들의 진짜 제시어를 맞히면 단번에 승리를 역전하는 반전 요소를 제공합니다.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폭탄 돌리기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시간 안에 주제 단어를 입력해 폭탄을 넘기는 스피드 서바이벌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120640" cy="640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E:/My_Code/PickPlay/Screenshot/22Week/BoomGameGif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4663440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5349240"/>
            <a:ext cx="4663440" cy="438912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53492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시간 내 단어 입력 및 폭탄 넘기기 플레이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8745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874520"/>
            <a:ext cx="73152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3" name="Image 1" descr="E:/My_Code/PickPlay/public/images/PickBom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29968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폭탄 돌리기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43800" y="23591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째깍거리는 시한폭탄 타이머 속에서 카테고리 단어를 빠르게 입력해 폭탄을 넘기는 스피드 게임입니다.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32461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246120"/>
            <a:ext cx="73152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2대 진행 방식: 순차 패스 &amp; 전략 지목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29400" y="376732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넘기는 기본 모드 외에, 원하는 상대를 직접 찍어 폭탄을 배달하는 긴장감 넘치는 전략 지목 모드를 제공합니다.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309360" y="480060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800600"/>
            <a:ext cx="73152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실시간 단어 검증 &amp; 서바이벌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29400" y="53218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적합성 및 중복 여부를 서버에서 실시간 검증하며, 폭발 시 하트 차감을 거쳐 최후의 1인을 가립니다.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결과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결과창 &amp; 순위 산정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종료 후 공정한 순위 산정 기준과 우승자 연출 제공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120640" cy="64008"/>
          </a:xfrm>
          <a:prstGeom prst="rect">
            <a:avLst/>
          </a:prstGeom>
          <a:solidFill>
            <a:srgbClr val="FF6B4A"/>
          </a:solidFill>
          <a:ln/>
        </p:spPr>
      </p:sp>
      <p:pic>
        <p:nvPicPr>
          <p:cNvPr id="8" name="Image 0" descr="E:/My_Code/PickPlay/Screenshot/22Week/Result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03120"/>
            <a:ext cx="4114800" cy="3063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29000" y="379476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4A"/>
            </a:solidFill>
            <a:prstDash val="solid"/>
          </a:ln>
        </p:spPr>
      </p:sp>
      <p:pic>
        <p:nvPicPr>
          <p:cNvPr id="10" name="Image 1" descr="E:/My_Code/PickPlay/Screenshot/22Week/Hel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840480"/>
            <a:ext cx="1645920" cy="1188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60120" y="5349240"/>
            <a:ext cx="4663440" cy="438912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53492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우승자 세리머니 &amp; 순위 산정 기준 안내 팝오버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874520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874520"/>
            <a:ext cx="73152" cy="135331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5" name="Text 11"/>
          <p:cNvSpPr/>
          <p:nvPr/>
        </p:nvSpPr>
        <p:spPr>
          <a:xfrm>
            <a:off x="6629400" y="20208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우승자 하이라이트 세리머니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29400" y="236829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승리자의 마스코트 캐릭터를 화면 중앙에 크게 강조하고, 1~3위 참가자에게 금·은·동 메달 배지를 수여합니다.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09360" y="3355848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3355848"/>
            <a:ext cx="73152" cy="13533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3502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게임별 공정한 순위 판정 기준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629400" y="384962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빙고의 경우 동점자 발생 시 [우승자 달성 ➡️ 완성 줄 수 ➡️ 아이템 절약 순]으로 자동 정렬하며, 팝오버로 판정 기준을 투명하게 안내합니다.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09360" y="4837176"/>
            <a:ext cx="5120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09360" y="4837176"/>
            <a:ext cx="73152" cy="135331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인게임 라운드 히스토리 복기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629400" y="533095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폭탄 돌리기와 라이어 게임의 라운드별 지목 및 탈락 타임라인을 제공하여 게임 종료 후에도 판세를 복기할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동기화 아키텍처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중 끊김을 없애기 위해 서버 메모리 연산과 영구 DB를 분리한 초저지연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108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108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313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설치 없이 링크 하나로 즉시 접속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플레이어 조작(단어 클릭, 발언, 폭탄) 실시간 송출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순수 Vanilla JS 기반 가벼운 브라우저 구동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86200" y="28803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Socket.IO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108960" cy="3246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310896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057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CORE 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313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&amp; 서버 메모리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278892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게임 시작 시 필요한 단어를 메모리에 로드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게임 중엔 메모리에서 0.01초 만에 즉시 규칙 판정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방별 독립 공간 관리로 참가자 간 간섭 차단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8803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1874520"/>
            <a:ext cx="3108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874520"/>
            <a:ext cx="31089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057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9640" y="2313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데이터베이스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9640" y="278892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게임 루프와 완전히 분리된 영구 창고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게임 시작 시 30일 캐시 단어를 서버에 즉시 제공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게임 중엔 DB 조회를 안 해 렉 원천 차단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5577840"/>
            <a:ext cx="1097280" cy="411480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577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55778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진행 중에는 느린 DB 조회를 배제하고 서버 메모리에서 즉시 연산하여 끊김 없는 실시간 플레이를 보장합니다.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75488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파이프라인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단어 생성 &amp; 캐싱 파이프라인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Gemini 2.5 Flash 기반의 실시간 단어 생성 및 MySQL 캐싱 최적화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입력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유저가 원하는 테마 자유 입력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20440" y="18745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캐시 검증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651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캐시(30일 이내) 시 0초 반환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651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미스 시 검색 연동 단어 생성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252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98280" y="18745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2286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캐싱 저장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2651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테마 저장 (30일간 0초 로딩 보장)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520440"/>
            <a:ext cx="52578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520440"/>
            <a:ext cx="5257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7033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주기 DB 캐싱 &amp; 최신 트렌드 갱신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05840" y="4041648"/>
            <a:ext cx="4709160" cy="6400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078224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[한계/위험] AI 매번 호출 시 수 초의 대기 시간과 불필요한 API 비용이 지속 발생하는 한계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05840" y="4773168"/>
            <a:ext cx="470916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8097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[해결/대응] 생성 단어는 30일간 DB에 보관해 0초 만에 로딩하며, 30일 경과 시 최신 트렌드로 자동 갱신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설정 근거: 월간 유행어·신조어 트렌드 변화 주기 반영 및 API 호출 비용 최소화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520440"/>
            <a:ext cx="525780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3520440"/>
            <a:ext cx="525780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70332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서비스 보장 (2중 Fallback 메커니즘)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46520" y="4041648"/>
            <a:ext cx="4709160" cy="6400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078224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1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[한계/위험] API 키 만료, 할당량 초과, 갱신 실패 또는 외부 네트워크 장애 발생 시 게임 중단 위험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46520" y="4773168"/>
            <a:ext cx="470916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8097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[해결/대응] 만료 갱신 실패 시 기존 캐시 단어로 즉시 우회(Fallback)하여 언제든지 중단 없이 플레이 보장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53218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최초 장애 시에도 서버 내장 5종 기본 프리셋 테마로 자동 전환되어 게임 연속 진행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60120" y="224028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240280"/>
            <a:ext cx="329184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배포 환경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연동을 통해 Render 클라우드에 무중단 자동 빌드 및 실시간 배포 운영 중입니다.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224028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2240280"/>
            <a:ext cx="32918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기술 스택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9260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Vanilla JS · HTML5 Canvas · Node.js · Socket.IO · MySQL · Gemini 2.5 Flash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1000" y="224028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2240280"/>
            <a:ext cx="32918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향후 계획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마스코트 커스텀 꾸미기 기능 추가 및 신규 미니 파티 게임 지속 개발 예정.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0" y="4434840"/>
            <a:ext cx="70710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4434840"/>
            <a:ext cx="70710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GitHub: https://github.com/Soap1105/PickPlay    |    Live Demo: https://pickplay.onrender.com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3035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2026-10-07T16:29:44Z</dcterms:created>
  <dcterms:modified xsi:type="dcterms:W3CDTF">2026-10-07T16:29:44Z</dcterms:modified>
</cp:coreProperties>
</file>